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Kinetex Lab × Notion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4000" b="1">
                <a:solidFill>
                  <a:srgbClr val="FFFFFF"/>
                </a:solidFill>
                <a:latin typeface="Georgia"/>
              </a:rPr>
              <a:t>Sanchalan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i="1">
                <a:solidFill>
                  <a:srgbClr val="D9CFE8"/>
                </a:solidFill>
                <a:latin typeface="Calibri"/>
              </a:rPr>
              <a:t>The event command center for student teams — plain-English ops updates become Notion-synced action plans.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743200" cy="0"/>
          </a:xfrm>
          <a:prstGeom prst="line">
            <a:avLst/>
          </a:prstGeom>
          <a:noFill/>
          <a:ln w="2540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108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</a:rPr>
              <a:t>Problem ID: KBC-NOTION-03   |   Team: larpers   |   Members: Abhigyan Rai, Aditya Kumar, Akshit Sinha   |   College: KIIT   |   Demo link: lunasticgold-hub.github.io/sanchalan   |   Repo: github.com/lunasticgold-hub/sanchalan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Users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 (15%)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Event ops live in WhatsApp groups, spreadsheets and ad-hoc docs — one venue change silently breaks volunteer deployment, speaker timing, equipment and comms.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Who feels it: student organizers, club coordinators, volunteers — at every event, from 50-person meetups to full fests.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Real scenario: 2 hours before showtime the main auditorium is moved. Nobody knows which sessions, volunteers and tasks are hit until things break live.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Cost of the status quo: missed sessions, double-booked volunteers, confused attendees — and zero reusable knowledge after the event.</a:t>
            </a:r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&amp; roles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Role 1: Ops lead — owns the plan; needs the blast radius of any change instantly, and a way to push updates.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Role 2: Volunteer lead — needs a live shift plan; gets auto-flagged the moment their people are affected.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Role 3: Leadership — needs one glance: what is done, blocked, or at risk.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Reference scenario we solve: venue change 2h before the event → impact computed → Notion updated → everyone notified.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workflow, end to 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1. Ingest — plain-English ops update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21408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21408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2. Structure (AI) — Gemini extracts change type + params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85616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85616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3. Sync to Notion — read + write 7 linked databases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9824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9824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4. Act / Search — role dashboards + cited Q&amp;A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14032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5. Insights — impact reports, risks, post-event knowledge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4023360" cy="210312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23160"/>
            <a:ext cx="64008" cy="210312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at each step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88036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Input: “Main audi moved to Seminar Hall B, start delayed 1 hr” — typed or pasted ops update.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AI output: structured change {venue_change} + blast radius: 2 sessions moved (Opening Keynote, Panel: Fundraising 101), 3 volunteers flagged, 3 tasks rewritten, 1 P0 capacity risk (Seminar Hall B holds 120 vs ~200 attendees).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Notion write: sessions re-venued and retimed, follow-up tasks created (🤖 AI-generated), comms draft created, Impact Report page linking every affected record.</a:t>
            </a:r>
          </a:p>
        </p:txBody>
      </p:sp>
      <p:sp>
        <p:nvSpPr>
          <p:cNvPr id="22" name="Shape 20"/>
          <p:cNvSpPr/>
          <p:nvPr/>
        </p:nvSpPr>
        <p:spPr>
          <a:xfrm>
            <a:off x="4663440" y="2423160"/>
            <a:ext cx="4023360" cy="210312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423160"/>
            <a:ext cx="64008" cy="210312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288036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Mandatory covered: info structuring, Notion knowledge layer (read + write), NL discovery, personalized tasks, relationship mapping (event → session → volunteer → task), 3 roles, analytics dashboard.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Advanced layer: AI extraction from noisy updates, impact analysis, simulate-before-apply, capacity &amp; conflict risk detection, automatic event-lifecycle documentation, explainable answers with source links.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Role-based views: Ops lead (command view), Volunteer lead (shift view), Leadership (status view).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Data 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(20%)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828800" cy="1005840"/>
          </a:xfrm>
          <a:prstGeom prst="rect">
            <a:avLst/>
          </a:prstGeom>
          <a:solidFill>
            <a:srgbClr val="F0E9DC"/>
          </a:solidFill>
          <a:ln w="15875">
            <a:solidFill>
              <a:srgbClr val="B884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1B1440"/>
                </a:solidFill>
                <a:latin typeface="Calibri"/>
              </a:rPr>
              <a:t>Frontend — React + Vite + Tailwind ops console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828800" cy="1005840"/>
          </a:xfrm>
          <a:prstGeom prst="rect">
            <a:avLst/>
          </a:prstGeom>
          <a:solidFill>
            <a:srgbClr val="F0E9DC"/>
          </a:solidFill>
          <a:ln w="15875">
            <a:solidFill>
              <a:srgbClr val="B884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1B1440"/>
                </a:solidFill>
                <a:latin typeface="Calibri"/>
              </a:rPr>
              <a:t>Backend / API — Vercel serverless functions (/api/parse, /query, /apply, /ask)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828800" cy="1005840"/>
          </a:xfrm>
          <a:prstGeom prst="rect">
            <a:avLst/>
          </a:prstGeom>
          <a:solidFill>
            <a:srgbClr val="F0E9DC"/>
          </a:solidFill>
          <a:ln w="15875">
            <a:solidFill>
              <a:srgbClr val="B884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1B1440"/>
                </a:solidFill>
                <a:latin typeface="Calibri"/>
              </a:rPr>
              <a:t>AI layer — Gemini 2.5 Flash extraction + keyword fallback; dependency engine in pure TypeScript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766560" y="1463040"/>
            <a:ext cx="1828800" cy="1005840"/>
          </a:xfrm>
          <a:prstGeom prst="rect">
            <a:avLst/>
          </a:prstGeom>
          <a:solidFill>
            <a:srgbClr val="F0E9DC"/>
          </a:solidFill>
          <a:ln w="15875">
            <a:solidFill>
              <a:srgbClr val="B884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1B1440"/>
                </a:solidFill>
                <a:latin typeface="Calibri"/>
              </a:rPr>
              <a:t>Notion API — 7 databases with relations; reads + writes via integration token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4023360" cy="182880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97480"/>
            <a:ext cx="64008" cy="182880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546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Databases &amp; key relations: Events → Sessions → Volunteers → Tasks; Venues ↔ Sessions; Comms Log; Impact Reports link trigger → affected sessions → new tasks.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Permissions: Notion integration scoped to the Sanchalan page tree; role views are UI filters over the same live data.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AI output labelled: every AI-written record carries Source = “🤖 AI-generated” (amber badge); human-confirmed flips to “✅ Verified” (green).</a:t>
            </a:r>
          </a:p>
        </p:txBody>
      </p:sp>
      <p:sp>
        <p:nvSpPr>
          <p:cNvPr id="23" name="Shape 21"/>
          <p:cNvSpPr/>
          <p:nvPr/>
        </p:nvSpPr>
        <p:spPr>
          <a:xfrm>
            <a:off x="4663440" y="2697480"/>
            <a:ext cx="4023360" cy="182880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697480"/>
            <a:ext cx="64008" cy="182880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1546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Sync strategy: simulate-before-apply — blast-radius preview first, then Notion writes; failures reported per record, never half-applied silently.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Source citations / traceability: every impact report links the trigger message, affected sessions and created tasks; Ask answers cite record URLs.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Tech stack &amp; why: Notion as the database (the brief’s knowledge layer), serverless API (zero ops), Gemini (cheap, fast extraction).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Notion Integration &amp; Innovation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Integration (15%) + Innovation (15%)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Notion is used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Databases created / synced: Sanchalan · Venues, Events, Sessions, Volunteers, Tasks, Comms Log, Impact Reports — all with live relations.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Read AND write operations: the app queries sessions/tasks/volunteers to compute impact, then writes venue updates, new tasks, comms drafts and impact reports back.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Notion is active in the workflow: the dependency engine runs on live Notion data — not a template, iframe or link.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Live-sync proof: apply a venue change in the app → watch the Sessions database and the new Impact Report page update in Notion side-by-side.</a:t>
            </a:r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us different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Our unique idea: a dependency engine over your Notion ops graph — every change is simulated for blast radius BEFORE it is applied.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Advanced features built: venue/time impact analysis, capacity-overflow risk detection, volunteer conflict flags, auto comms drafts, one-click post-event knowledge base.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AI output vs verified source: amber 🤖 AI-generated badges vs green ✅ Verified; impact reports always link back to source records.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Compared with existing tools: spreadsheets/WhatsApp have no dependency model; generic PM tools aren’t Notion-native and can’t simulate change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&amp; Live Demo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(15%) + Presentation &amp; Demo (10%)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206240" cy="3108960"/>
          </a:xfrm>
          <a:prstGeom prst="rect">
            <a:avLst/>
          </a:prstGeom>
          <a:solidFill>
            <a:srgbClr val="EFEAF6"/>
          </a:solidFill>
          <a:ln w="12700">
            <a:solidFill>
              <a:srgbClr val="C9BEE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846320" y="1417320"/>
            <a:ext cx="384048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script (3–5 min)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87452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1. Input arrives: “Main Audi is under maintenance — move everything to Seminar Hall B.”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2. System parses → simulates: 2 sessions moved, P0 capacity risk (120 &lt; 200), 3 tasks rewritten, 3 volunteers flagged, comms draft created → applies to Notion live.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3. Role A (Ops lead) reviews the Impact Report in Notion and approves.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4. Role B (Volunteer lead) sees the updated shift plan; asks “Which volunteers are affected?” — answered with citations.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5. Insight: P0 overflow risk + auto-created tasks; post-event, one click compiles the knowledge base.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Demo dataset: synthetic BBSR Founders Meetup #1 — 29 records in a real Notion workspace.</a:t>
            </a:r>
          </a:p>
        </p:txBody>
      </p:sp>
      <p:pic>
        <p:nvPicPr>
          <p:cNvPr id="14" name="Picture 13" descr="sanchalan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50291"/>
            <a:ext cx="4206240" cy="30430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Feasibility, Scalability &amp; Next Steps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Scalability (10%)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Works with: any team’s existing Notion workspace — no migration, point it at your databases.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Setup effort: low — create an integration, share one page, paste two keys.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Cost: ~₹0 — Notion API free, Gemini free tier, Vercel hobby tier.</a:t>
            </a:r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From 1 club to whole campus: one workspace per event; databases scale to thousands of rows.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Multi-team / multi-event: same engine, new database set per event; role views per team.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Performance &amp; rate limits: batched Notion writes, cached reads per session — well within Notion API limits at event scale.</a:t>
            </a:r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517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Next 30 days: run the real BBSR Founders Meetup #1 on Sanchalan; WhatsApp bot for ops updates; Hinglish parsing.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Future features: multi-event portfolio view, sponsor &amp; expense tracking, volunteer auto-allocation by skills.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KBC 2026 Pitch Deck Template</dc:title>
  <dc:subject>PptxGenJS Presentation</dc:subject>
  <dc:creator>PptxGenJS</dc:creator>
  <cp:lastModifiedBy>PptxGenJS</cp:lastModifiedBy>
  <cp:revision>1</cp:revision>
  <dcterms:created xsi:type="dcterms:W3CDTF">2026-10-02T14:17:56Z</dcterms:created>
  <dcterms:modified xsi:type="dcterms:W3CDTF">2026-10-02T14:17:56Z</dcterms:modified>
</cp:coreProperties>
</file>