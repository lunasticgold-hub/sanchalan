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9E"/>
                </a:solidFill>
                <a:latin typeface="Calibri"/>
              </a:defRPr>
            </a:pPr>
            <a:r>
              <a:t>Kinetex Lab × Notion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Calibri"/>
              </a:defRPr>
            </a:pPr>
            <a:r>
              <a:t>Sanchalan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C9C9E"/>
                </a:solidFill>
                <a:latin typeface="Calibri"/>
              </a:defRPr>
            </a:pPr>
            <a:r>
              <a:t>Notion stores the event. Sanchalan runs it.</a:t>
            </a:r>
          </a:p>
          <a:p>
            <a:pPr>
              <a:spcBef>
                <a:spcPts val="1200"/>
              </a:spcBef>
              <a:defRPr sz="1500" b="0">
                <a:solidFill>
                  <a:srgbClr val="6B6B6E"/>
                </a:solidFill>
                <a:latin typeface="Calibri"/>
              </a:defRPr>
            </a:pPr>
            <a:r>
              <a:t>The operational layer for events on Notion — describe a change in plain English, see the blast radius, approve with confidence.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Problem ID: KBC-NOTION-03</a:t>
            </a:r>
          </a:p>
          <a:p>
            <a:pPr>
              <a:spcBef>
                <a:spcPts val="6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Team larpers  ·  Abhigyan Rai, Aditya Kumar, Akshit Sinha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E"/>
                </a:solidFill>
                <a:latin typeface="Calibri"/>
              </a:defRPr>
            </a:pPr>
            <a:r>
              <a:t>Kaun Banega Codepati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6B6E"/>
                </a:solidFill>
                <a:latin typeface="Calibri"/>
              </a:defRPr>
            </a:pPr>
            <a:r>
              <a:t>Kinetex Lab × Notion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6B6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Problem &amp;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9E"/>
                </a:solidFill>
                <a:latin typeface="Calibri"/>
              </a:defRPr>
            </a:pPr>
            <a:r>
              <a:t>Problem Understanding (15%)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411480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  <a:p>
            <a:pPr>
              <a:spcBef>
                <a:spcPts val="10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Event ops live in WhatsApp groups and scattered docs. One venue change at 9pm cascades — sessions move, volunteers are misplaced, attendees never hear. Coordinators discover the damage the next morning.</a:t>
            </a:r>
          </a:p>
          <a:p>
            <a:pPr>
              <a:spcBef>
                <a:spcPts val="10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Notion holds the plan, but nothing computes what a change breaks.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Users &amp; roles</a:t>
            </a:r>
          </a:p>
          <a:p>
            <a:pPr>
              <a:spcBef>
                <a:spcPts val="10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Ops lead — owns the plan; needs the blast radius of any change instantly.</a:t>
            </a:r>
          </a:p>
          <a:p>
            <a:pPr>
              <a:spcBef>
                <a:spcPts val="8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Volunteer captain — needs reassignment clarity, not a 200-message thread.</a:t>
            </a:r>
          </a:p>
          <a:p>
            <a:pPr>
              <a:spcBef>
                <a:spcPts val="8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Attendee — needs one accurate announcement, not rumors.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6B6E"/>
                </a:solidFill>
                <a:latin typeface="Calibri"/>
              </a:defRPr>
            </a:pPr>
            <a:r>
              <a:t>Kaun Banega Codepati 2026  |  Kinetex Lab × Notion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6B6E"/>
                </a:solidFill>
                <a:latin typeface="Calibri"/>
              </a:defRPr>
            </a:pPr>
            <a:r>
              <a:t>Kinetex Lab × Notion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6B6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Solution &amp;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9E"/>
                </a:solidFill>
                <a:latin typeface="Calibri"/>
              </a:defRPr>
            </a:pPr>
            <a:r>
              <a:t>Proposed workflow,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148840" cy="32918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1737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Calibri"/>
              </a:defRPr>
            </a:pPr>
            <a:r>
              <a:t>1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Describe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Type the change in plain English. "Move the keynote to the Auditorium."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011680"/>
            <a:ext cx="2148840" cy="32918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286000"/>
            <a:ext cx="1737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Calibri"/>
              </a:defRPr>
            </a:pPr>
            <a:r>
              <a:t>2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Analyze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Gemini extracts the change; the engine computes the blast radius across all linked databases.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011680"/>
            <a:ext cx="2148840" cy="32918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2286000"/>
            <a:ext cx="1737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Calibri"/>
              </a:defRPr>
            </a:pPr>
            <a:r>
              <a:t>3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Review risks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P0–P3 risks surface — capacity, conflicts, missing owners — before anything moves.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011680"/>
            <a:ext cx="2148840" cy="32918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2286000"/>
            <a:ext cx="1737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Calibri"/>
              </a:defRPr>
            </a:pPr>
            <a:r>
              <a:t>4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Approve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You review every write. Nothing applies silently. Undo anytime.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011680"/>
            <a:ext cx="2148840" cy="32918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21240" y="2286000"/>
            <a:ext cx="1737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Calibri"/>
              </a:defRPr>
            </a:pPr>
            <a:r>
              <a:t>5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Execute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Notion updates, audit trail written, comms drafted for WhatsApp &amp; email.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Key features</a:t>
            </a:r>
          </a:p>
          <a:p>
            <a:pPr>
              <a:spcBef>
                <a:spcPts val="600"/>
              </a:spcBef>
              <a:defRPr sz="1300" b="0">
                <a:solidFill>
                  <a:srgbClr val="9C9C9E"/>
                </a:solidFill>
                <a:latin typeface="Calibri"/>
              </a:defRPr>
            </a:pPr>
            <a:r>
              <a:t>Blast-radius preview  ·  Human approval gates  ·  One-click undo  ·  AI-vs-verified labeling  ·  WhatsApp/email comms drafts  ·  Per-event workspaces with own Notion connection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6B6E"/>
                </a:solidFill>
                <a:latin typeface="Calibri"/>
              </a:defRPr>
            </a:pPr>
            <a:r>
              <a:t>Kaun Banega Codepati 2026  |  Kinetex Lab × Notion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6B6E"/>
                </a:solidFill>
                <a:latin typeface="Calibri"/>
              </a:defRPr>
            </a:pPr>
            <a:r>
              <a:t>Kinetex Lab × Notion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6B6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Architecture &amp;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9E"/>
                </a:solidFill>
                <a:latin typeface="Calibri"/>
              </a:defRPr>
            </a:pPr>
            <a:r>
              <a:t>Technical Implementation (20%)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560320" cy="23774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7744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React + Vite + Tailwind</a:t>
            </a:r>
            <a:br/>
            <a:r>
              <a:t>Ops console, 11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2103120"/>
            <a:ext cx="2560320" cy="23774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79" y="237744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API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Vercel serverless</a:t>
            </a:r>
            <a:br/>
            <a:r>
              <a:t>/parse /query /apply /ask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79" y="2103120"/>
            <a:ext cx="2560320" cy="23774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799" y="237744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AI + Engine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Gemini extraction</a:t>
            </a:r>
            <a:br/>
            <a:r>
              <a:t>Dependency + risk engine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15399" y="2103120"/>
            <a:ext cx="2560320" cy="237744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19" y="237744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Notion API</a:t>
            </a:r>
          </a:p>
          <a:p>
            <a:pPr>
              <a:spcBef>
                <a:spcPts val="800"/>
              </a:spcBef>
              <a:defRPr sz="1250" b="0">
                <a:solidFill>
                  <a:srgbClr val="9C9C9E"/>
                </a:solidFill>
                <a:latin typeface="Calibri"/>
              </a:defRPr>
            </a:pPr>
            <a:r>
              <a:t>11 databases</a:t>
            </a:r>
            <a:br/>
            <a:r>
              <a:t>Read + write via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54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Data model</a:t>
            </a:r>
          </a:p>
          <a:p>
            <a:pPr>
              <a:spcBef>
                <a:spcPts val="600"/>
              </a:spcBef>
              <a:defRPr sz="1300" b="0">
                <a:solidFill>
                  <a:srgbClr val="9C9C9E"/>
                </a:solidFill>
                <a:latin typeface="Calibri"/>
              </a:defRPr>
            </a:pPr>
            <a:r>
              <a:t>Events → Sessions → Volunteers → Tasks  ·  Venues ↔ Sessions  ·  Attendees, Speakers, Sponsors, Comms, Risks, Impact Reports — all linked through Notion relations.</a:t>
            </a:r>
          </a:p>
          <a:p>
            <a:pPr>
              <a:spcBef>
                <a:spcPts val="600"/>
              </a:spcBef>
              <a:defRPr sz="1300" b="0">
                <a:solidFill>
                  <a:srgbClr val="9C9C9E"/>
                </a:solidFill>
                <a:latin typeface="Calibri"/>
              </a:defRPr>
            </a:pPr>
            <a:r>
              <a:t>Reliability: simulate-before-apply. Blast radius computed first, Notion writes only after human approval. Every write is undoable; audit trail persists.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6B6E"/>
                </a:solidFill>
                <a:latin typeface="Calibri"/>
              </a:defRPr>
            </a:pPr>
            <a:r>
              <a:t>Kaun Banega Codepati 2026  |  Kinetex Lab × Notion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6B6E"/>
                </a:solidFill>
                <a:latin typeface="Calibri"/>
              </a:defRPr>
            </a:pPr>
            <a:r>
              <a:t>Kinetex Lab × Notion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6B6E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Notion Integration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9E"/>
                </a:solidFill>
                <a:latin typeface="Calibri"/>
              </a:defRPr>
            </a:pPr>
            <a:r>
              <a:t>Notion Integration (15%) + Innovation (15%)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411480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How Notion is used</a:t>
            </a:r>
          </a:p>
          <a:p>
            <a:pPr>
              <a:spcBef>
                <a:spcPts val="10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11 databases, read + written through the official API — Venues, Events, Sessions, Volunteers, Tasks, Communications, Impact Reports, Attendees, Speakers, Sponsors, Risks.</a:t>
            </a:r>
          </a:p>
          <a:p>
            <a:pPr>
              <a:spcBef>
                <a:spcPts val="10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Notion is the source of truth. Sanchalan never forks your data — it operates on it.</a:t>
            </a:r>
          </a:p>
          <a:p>
            <a:pPr>
              <a:spcBef>
                <a:spcPts val="800"/>
              </a:spcBef>
              <a:defRPr sz="1300" b="0">
                <a:solidFill>
                  <a:srgbClr val="9C9C9E"/>
                </a:solidFill>
                <a:latin typeface="Calibri"/>
              </a:defRPr>
            </a:pPr>
            <a:r>
              <a:t>Any coordinator can point Sanchalan at their own workspace: create an integration, share the databases, paste the token. One click pulls all records.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What makes us different</a:t>
            </a:r>
          </a:p>
          <a:p>
            <a:pPr>
              <a:spcBef>
                <a:spcPts val="10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A dependency engine over your Notion ops graph. Every change is simulated before it touches your data.</a:t>
            </a:r>
          </a:p>
          <a:p>
            <a:pPr>
              <a:spcBef>
                <a:spcPts val="8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AI handles language. Deterministic code handles relationships, capacity, conflicts, writes, and audit. Human approval stays central.</a:t>
            </a:r>
          </a:p>
          <a:p>
            <a:pPr>
              <a:spcBef>
                <a:spcPts val="800"/>
              </a:spcBef>
              <a:defRPr sz="1300" b="1">
                <a:solidFill>
                  <a:srgbClr val="10B981"/>
                </a:solidFill>
                <a:latin typeface="Calibri"/>
              </a:defRPr>
            </a:pPr>
            <a:r>
              <a:t>AI output is always labeled as AI — never mixed with verified records.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6B6E"/>
                </a:solidFill>
                <a:latin typeface="Calibri"/>
              </a:defRPr>
            </a:pPr>
            <a:r>
              <a:t>Kaun Banega Codepati 2026  |  Kinetex Lab × Notion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6B6E"/>
                </a:solidFill>
                <a:latin typeface="Calibri"/>
              </a:defRPr>
            </a:pPr>
            <a:r>
              <a:t>Kinetex Lab × Notion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6B6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Prototype &amp;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9E"/>
                </a:solidFill>
                <a:latin typeface="Calibri"/>
              </a:defRPr>
            </a:pPr>
            <a:r>
              <a:t>Working Prototype (15%) + Presentation &amp; Demo (10%)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11064240" cy="292608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Demo script (3–5 min)</a:t>
            </a:r>
          </a:p>
          <a:p>
            <a:pPr>
              <a:spcBef>
                <a:spcPts val="10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1.  Type: "Move the keynote to the Auditorium" → blast radius computed in seconds.</a:t>
            </a:r>
          </a:p>
          <a:p>
            <a:pPr>
              <a:spcBef>
                <a:spcPts val="6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2.  P0 capacity risk flagged — Auditorium holds 300, demand is 280. Tight but feasible.</a:t>
            </a:r>
          </a:p>
          <a:p>
            <a:pPr>
              <a:spcBef>
                <a:spcPts val="6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3.  Approve → Notion updates live → undo reverts everything. Comms drafted for WhatsApp.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alibri"/>
              </a:defRPr>
            </a:pPr>
            <a:r>
              <a:t>Live now</a:t>
            </a:r>
          </a:p>
          <a:p>
            <a:pPr>
              <a:spcBef>
                <a:spcPts val="6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sanchalan-rho.vercel.app  ·  Real Notion workspace  ·  11 databases  ·  Auth, per-event workspaces, pull-from-Notion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6B6E"/>
                </a:solidFill>
                <a:latin typeface="Calibri"/>
              </a:defRPr>
            </a:pPr>
            <a:r>
              <a:t>Kaun Banega Codepati 2026  |  Kinetex Lab × Notion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6B6E"/>
                </a:solidFill>
                <a:latin typeface="Calibri"/>
              </a:defRPr>
            </a:pPr>
            <a:r>
              <a:t>Kinetex Lab × Notion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B6B6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Feasibility, Scalability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9C9E"/>
                </a:solidFill>
                <a:latin typeface="Calibri"/>
              </a:defRPr>
            </a:pPr>
            <a:r>
              <a:t>Feasibility &amp; Scalability (10%)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474720" cy="310896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8600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Feasibility</a:t>
            </a:r>
          </a:p>
          <a:p>
            <a:pPr>
              <a:spcBef>
                <a:spcPts val="1000"/>
              </a:spcBef>
              <a:defRPr sz="1350" b="0">
                <a:solidFill>
                  <a:srgbClr val="9C9C9E"/>
                </a:solidFill>
                <a:latin typeface="Calibri"/>
              </a:defRPr>
            </a:pPr>
            <a:r>
              <a:t>Works with any team’s existing Notion workspace — no migration. Point it at your databases and pull.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59" y="2011680"/>
            <a:ext cx="3474720" cy="310896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228600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Scalability</a:t>
            </a:r>
          </a:p>
          <a:p>
            <a:pPr>
              <a:spcBef>
                <a:spcPts val="1000"/>
              </a:spcBef>
              <a:defRPr sz="1350" b="0">
                <a:solidFill>
                  <a:srgbClr val="9C9C9E"/>
                </a:solidFill>
                <a:latin typeface="Calibri"/>
              </a:defRPr>
            </a:pPr>
            <a:r>
              <a:t>From 1 club to a whole campus: one workspace per event. Notion databases scale to thousands of records.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3474720" cy="3108960"/>
          </a:xfrm>
          <a:prstGeom prst="rect">
            <a:avLst/>
          </a:prstGeom>
          <a:solidFill>
            <a:srgbClr val="141416"/>
          </a:solidFill>
          <a:ln w="12700">
            <a:solidFill>
              <a:srgbClr val="2A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Next 30 days</a:t>
            </a:r>
          </a:p>
          <a:p>
            <a:pPr>
              <a:spcBef>
                <a:spcPts val="1000"/>
              </a:spcBef>
              <a:defRPr sz="1350" b="0">
                <a:solidFill>
                  <a:srgbClr val="9C9C9E"/>
                </a:solidFill>
                <a:latin typeface="Calibri"/>
              </a:defRPr>
            </a:pPr>
            <a:r>
              <a:t>Run the real BBSR Founders Meetup on Sanchalan. WhatsApp bot for field updates. Post-event impact reports.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Team larpers</a:t>
            </a:r>
          </a:p>
          <a:p>
            <a:pPr>
              <a:spcBef>
                <a:spcPts val="600"/>
              </a:spcBef>
              <a:defRPr sz="1400" b="0">
                <a:solidFill>
                  <a:srgbClr val="9C9C9E"/>
                </a:solidFill>
                <a:latin typeface="Calibri"/>
              </a:defRPr>
            </a:pPr>
            <a:r>
              <a:t>Abhigyan Rai  ·  Aditya Kumar  ·  Akshit Sinha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6B6E"/>
                </a:solidFill>
                <a:latin typeface="Calibri"/>
              </a:defRPr>
            </a:pPr>
            <a:r>
              <a:t>Kaun Banega Codepati 2026  |  Kinetex Lab × Notion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