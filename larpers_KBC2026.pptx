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7680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B8841E"/>
                </a:solidFill>
                <a:latin typeface="Georgia"/>
              </a:rPr>
              <a:t>Kinetex Lab × Notion</a:t>
            </a:r>
          </a:p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Georgia"/>
              </a:rPr>
              <a:t>Sanchalan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D9CFE8"/>
                </a:solidFill>
                <a:latin typeface="Calibri"/>
              </a:rPr>
              <a:t>Run your entire college event from one screen — even when plans change at the last minute.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D9CFE8"/>
                </a:solidFill>
                <a:latin typeface="Calibri"/>
              </a:rPr>
              <a:t>Type a change in plain English. Sanchalan finds everything it affects, warns you about risks, and updates your plan — only with your approval.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Calibri"/>
              </a:rPr>
              <a:t>Problem ID: KBC-NOTION-03   |   Team: larpers   |   Abhigyan Rai, Aditya Kumar, Akshit Sinha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5262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B8841E"/>
                </a:solidFill>
                <a:latin typeface="Calibri"/>
              </a:rPr>
              <a:t>Kaun Banega Codepati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B8841E"/>
                </a:solidFill>
                <a:latin typeface="Calibri"/>
              </a:rPr>
              <a:t>Problem &amp; Users  —  Problem Understanding (15%)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2E2A52"/>
                </a:solidFill>
                <a:latin typeface="Georgia"/>
              </a:rPr>
              <a:t>Running an event feels like juggling with your eyes closed.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First, what is Notion? (30 seconds)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Notion is a popular app where teams write down and organise their work — like a smart notebook with tables. Many student teams already keep their event plan there: one table for venues, one for volunteers, one for tasks, and so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So what is broken?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The plan is stored, but nobody can see how the pieces connect. When something changes — “move EDM night to the Amphitheatre” — the coordinator must manually figure out: which volunteers need re-briefing? Which announcements go out again? Is the new venue free and big enough? Miss one link and the event suffers.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Who feels this pain?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Every student fest coordinator and ops lead, every single event. Plans change constantly — venues fall through, speakers run late, weather turns — and each change is currently handled through scattered chats, calls, and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Kaun Banega Codepati 2026  |  Kinetex Lab × Notion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4709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B8841E"/>
                </a:solidFill>
                <a:latin typeface="Calibri"/>
              </a:rPr>
              <a:t>Solution &amp; Workflow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2E2A52"/>
                </a:solidFill>
                <a:latin typeface="Georgia"/>
              </a:rPr>
              <a:t>Sanchalan is a control room that sits on top of your Notion plan.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The idea in one line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You describe a change in normal English. Sanchalan reads your Notion tables, works out everything the change touches, warns you about problems, and applies the updates — but only after you approve.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A real example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You type: “Move EDM night to Amphitheatre.” Sanchalan finds the EDM Night session, sees volunteer Bikash Nayak is assigned (he must be re-briefed), drafts the WhatsApp announcement for attendees, and flags the risk — all before anything changes.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You stay the boss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Nothing is automatic. Every update waits for your Approve button, and every applied change can be undone with one click. Sanchalan does the homework; you make the decisions.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Kaun Banega Codepati 2026  |  Kinetex Lab × Notion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4709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B8841E"/>
                </a:solidFill>
                <a:latin typeface="Calibri"/>
              </a:rPr>
              <a:t>Architecture &amp; Data Flow  —  Technical Implementation (20%)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2E2A52"/>
                </a:solidFill>
                <a:latin typeface="Georgia"/>
              </a:rPr>
              <a:t>Four steps. No training needed.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7091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Kaun Banega Codepati 2026  |  Kinetex Lab × Notion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4709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2E2A52"/>
                </a:solidFill>
                <a:latin typeface="Calibri"/>
              </a:rPr>
              <a:t>1 — Connect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B658A"/>
                </a:solidFill>
                <a:latin typeface="Calibri"/>
              </a:rPr>
              <a:t>Link your Notion workspace. Sanchalan reads your tables — venues, sessions, volunteers, tasks, attendees, sponsors and more — through Notion's official API. Your data never leaves Notion.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7712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2E2A52"/>
                </a:solidFill>
                <a:latin typeface="Calibri"/>
              </a:rPr>
              <a:t>2 — Describe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B658A"/>
                </a:solidFill>
                <a:latin typeface="Calibri"/>
              </a:rPr>
              <a:t>Type the change in plain English. Sanchalan understands what you mean (“move the keynote to the Auditorium”) and turns it into a precise, checkable plan.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80944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2E2A52"/>
                </a:solidFill>
                <a:latin typeface="Calibri"/>
              </a:rPr>
              <a:t>3 — Understand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B658A"/>
                </a:solidFill>
                <a:latin typeface="Calibri"/>
              </a:rPr>
              <a:t>It traces every connected record, checks for clashes (double-booked venue? too small? volunteer unavailable?), and shows risks ranked P0–P2 with the full list of proposed updates.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94176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350" b="1">
                <a:solidFill>
                  <a:srgbClr val="2E2A52"/>
                </a:solidFill>
                <a:latin typeface="Calibri"/>
              </a:rPr>
              <a:t>4 — Approve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6B658A"/>
                </a:solidFill>
                <a:latin typeface="Calibri"/>
              </a:rPr>
              <a:t>Review the plan, hit Approve, and Sanchalan writes the updates to Notion — then refreshes so your screen always matches reality. Undo anytime.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B8841E"/>
                </a:solidFill>
                <a:latin typeface="Calibri"/>
              </a:rPr>
              <a:t>Notion Integration (15%) + Innovation (15%)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2E2A52"/>
                </a:solidFill>
                <a:latin typeface="Georgia"/>
              </a:rPr>
              <a:t>Deep Notion integration — not a template, not a link.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How we use Notion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We work with 11 real databases: Venues, Events, Sessions, Volunteers, Tasks, Communications, Impact Reports, Attendees, Speakers, Sponsors, Risks. Reads and writes go through the official Notion API, and the app works with any team's workspace — not just our demo.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What makes us different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Most tools only store your plan. Sanchalan understands how the parts of your plan connect — sessions to venues to volunteers to announcements — and tells you what a change will break before you commit to it. That connection-mapping is our core innovation.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Built for real operations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Live sync (Notion edits appear automatically), per-event workspaces, a team inbox for change requests, risk tracking, and ready-to-send WhatsApp/email drafts for every announcement.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Kaun Banega Codepati 2026  |  Kinetex Lab × Notion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4709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B8841E"/>
                </a:solidFill>
                <a:latin typeface="Calibri"/>
              </a:rPr>
              <a:t>Working Prototype (15%) + Presentation &amp; Demo (10%)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2E2A52"/>
                </a:solidFill>
                <a:latin typeface="Georgia"/>
              </a:rPr>
              <a:t>Watch it handle a real last-minute change.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2A52"/>
                </a:solidFill>
                <a:latin typeface="Calibri"/>
              </a:rPr>
              <a:t>LIVE:  sanchalan-rho.vercel.app/app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6B658A"/>
                </a:solidFill>
                <a:latin typeface="Calibri"/>
              </a:rPr>
              <a:t>Demo script (3–5 minutes) — using our Bhubaneswar founders meetup data: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2E2A52"/>
                </a:solidFill>
                <a:latin typeface="Calibri"/>
              </a:rPr>
              <a:t>1. The change arrives — I type: “Move the keynote to the Auditorium.”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E2A52"/>
                </a:solidFill>
                <a:latin typeface="Calibri"/>
              </a:rPr>
              <a:t>2. Sanchalan thinks — it finds the session, checks the Auditorium's capacity and bookings, lists affected volunteers and tasks.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E2A52"/>
                </a:solidFill>
                <a:latin typeface="Calibri"/>
              </a:rPr>
              <a:t>3. Risks surface — e.g. “Auditorium holds 300; 280 expected — tight but feasible” — ranked so the critical ones stand out.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E2A52"/>
                </a:solidFill>
                <a:latin typeface="Calibri"/>
              </a:rPr>
              <a:t>4. I approve — one click writes everything to Notion: session moved, follow-up task created, announcement drafted.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E2A52"/>
                </a:solidFill>
                <a:latin typeface="Calibri"/>
              </a:rPr>
              <a:t>5. Undo, live — one more click reverses it all, proving nothing is ever risky to try.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091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Kaun Banega Codepati 2026  |  Kinetex Lab × Notion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4709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046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B8841E"/>
                </a:solidFill>
                <a:latin typeface="Calibri"/>
              </a:rPr>
              <a:t>Feasibility, Scalability &amp; Next Steps  —  (10%)</a:t>
            </a:r>
          </a:p>
          <a:p>
            <a:pPr>
              <a:spcAft>
                <a:spcPts val="400"/>
              </a:spcAft>
            </a:pPr>
            <a:r>
              <a:rPr sz="2800" b="1">
                <a:solidFill>
                  <a:srgbClr val="2E2A52"/>
                </a:solidFill>
                <a:latin typeface="Georgia"/>
              </a:rPr>
              <a:t>Built to work on day one, and grow from there.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Feasibility — why this works now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Setup takes minutes: create a Notion integration, share your tables, paste one key. It runs on free tiers (Vercel + Notion API), and the demo you just saw is the real product — no mockups.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Scalability — from one club to a whole campus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The same flow serves one fest or fifty: per-event workspaces keep teams separate, and the connection-mapping works on any set of tables. Heavier features (real-time collaboration, mobile app) layer on without changing the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862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2E2A52"/>
                </a:solidFill>
                <a:latin typeface="Calibri"/>
              </a:rPr>
              <a:t>What is next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6B658A"/>
                </a:solidFill>
                <a:latin typeface="Calibri"/>
              </a:rPr>
              <a:t>Team inbox for incoming change requests, ready-made templates for common fest formats, and deeper checks — budget impact, sponsor commitments — so the control room keeps getting smarter.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7091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Kaun Banega Codepati 2026  |  Kinetex Lab × Notion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47091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65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