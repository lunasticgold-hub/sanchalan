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4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Kinetex Lab × Notion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Sanchalan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command center for student teams — plain-English ops updates become Notion actions with blast-radius preview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2743200" cy="0"/>
          </a:xfrm>
          <a:prstGeom prst="line">
            <a:avLst/>
          </a:prstGeom>
          <a:noFill/>
          <a:ln w="254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ID: KBC-NOTION-03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 larpers   |   Members: Abhigyan Rai, Aditya Kumar, Akshit Sinha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College: KIIT Bhubaneswar   |   Demo link: sanchalan-rho.vercel.app   |   Repo: github.com/lunasticgold-hub/sanchalan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scattered or broken today?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feels the pain, and how often?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 / scenario (e.g. missed deadline, lost decision)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the status quo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1: Ops lead — owns the plan; needs the blast radius of any change instantly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2: Volunteer captain — needs reassignment clarity, not a 200-message thread
Role 3: Attendee — needs one accurate announcement, not rumors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role needs to get done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scenario we are solving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Workflow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workflow, end to 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Structure (AI)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Sync to Notion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Act / Search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Insights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at each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"Move the keynote to the Auditorium"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output: change type, affected records, P0 risks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write: Sessions, Tasks, Volunteers databases updated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6344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requirements covered: info structuring, Notion read+write, NL queries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layer features: info structuring, Notion read+write, NL queries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views: Ops lead, Volunteer captain, Comms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Data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(20%)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+ Tailwind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serverless (/parse, /query, /apply, /ask)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extraction + keyword fallback; dependency engine in 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databases with relations; reads + writes via integration token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4008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&amp; key relations (e.g. Event → Task → Member)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/ auth approach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output is labelled vs verified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66344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84632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strategy &amp; error handling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citations / traceability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why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Integration &amp; Innovation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Integration (15%) + Innovation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Notion is used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created / synced: Venues, Events, Sessions, Volunteers, Tasks, Comms, Impact, Attendees, Speakers, Sponsors, Risks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operations: move session, reassign volunteer, update task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is active in the workflow, not a static page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Live-sync proof: live demo on sanchalan-rho.vercel.app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us different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unique idea: dependency engine over your Notion ops graph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features built: blast-radius simulation, risk engine, undo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vs verified source: AI output always labeled; verified records separate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existing tools: nothing computes what a Notion change breaks — until now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(15%) + Presentation &amp; Demo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solidFill>
            <a:srgbClr val="EFEAF6"/>
          </a:solidFill>
          <a:ln w="12700">
            <a:solidFill>
              <a:srgbClr val="C9BEE0"/>
            </a:solidFill>
            <a:prstDash val="dash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sanchalan-rho.vercel.app/app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463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0292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script (3–5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8745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arrives: "Move the keynote to the Auditorium"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System structures it, syncs to Notion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Role A takes action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Role B sees update / asks a question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Insight, alert or report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dataset: real Notion workspace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Feasibility, Scalability &amp; Next Steps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with: any team's Notion workspace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effort: low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free tier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 club to whole campus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Multi-team / multi-event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rate limits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21792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 days: TBD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features: TBD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ask / 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KBC 2026 Pitch Deck Template</dc:title>
  <dc:subject>PptxGenJS Presentation</dc:subject>
  <dc:creator>PptxGenJS</dc:creator>
  <cp:lastModifiedBy>PptxGenJS</cp:lastModifiedBy>
  <cp:revision>1</cp:revision>
  <dcterms:created xsi:type="dcterms:W3CDTF">2026-10-02T14:17:56Z</dcterms:created>
  <dcterms:modified xsi:type="dcterms:W3CDTF">2026-10-02T14:17:56Z</dcterms:modified>
</cp:coreProperties>
</file>